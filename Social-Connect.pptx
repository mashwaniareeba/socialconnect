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8229600" cy="14630400"/>
  <p:embeddedFontLst>
    <p:embeddedFont>
      <p:font typeface="Open Sans" panose="020B0606030504020204" pitchFamily="3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7715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Social Connect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93536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Overview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384250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Social Connect is a secure, Java-based platform designed for connecting users, sharing content, and fostering online interaction. It includes role-based access, data persistence, and moderation features, mirroring modern social media platforms.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1841"/>
            <a:ext cx="593419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 Roles in Social Connect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412444"/>
            <a:ext cx="6407944" cy="4425196"/>
          </a:xfrm>
          <a:prstGeom prst="roundRect">
            <a:avLst>
              <a:gd name="adj" fmla="val 769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0604" y="263925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2826306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5465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Regular User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036933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Register &amp; log in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0604" y="447913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&amp; manage posts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20604" y="492132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 with content (like, comment)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20604" y="5363528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Follow other users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20604" y="5805726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 account privacy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20604" y="624792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 content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428548" y="2412444"/>
            <a:ext cx="6408063" cy="4425196"/>
          </a:xfrm>
          <a:prstGeom prst="roundRect">
            <a:avLst>
              <a:gd name="adj" fmla="val 769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655362" y="263925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2826306"/>
            <a:ext cx="306110" cy="3061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55362" y="35465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Admin User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655362" y="4036933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Platform moderation &amp; safety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7655362" y="4479131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all users &amp; posts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7655362" y="4921329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Approve verification requests</a:t>
            </a:r>
            <a:endParaRPr lang="en-US" sz="1750" dirty="0"/>
          </a:p>
        </p:txBody>
      </p:sp>
      <p:sp>
        <p:nvSpPr>
          <p:cNvPr id="20" name="Text 16"/>
          <p:cNvSpPr/>
          <p:nvPr/>
        </p:nvSpPr>
        <p:spPr>
          <a:xfrm>
            <a:off x="7655362" y="536352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reported comments</a:t>
            </a:r>
            <a:endParaRPr lang="en-US" sz="1750" dirty="0"/>
          </a:p>
        </p:txBody>
      </p:sp>
      <p:sp>
        <p:nvSpPr>
          <p:cNvPr id="21" name="Text 17"/>
          <p:cNvSpPr/>
          <p:nvPr/>
        </p:nvSpPr>
        <p:spPr>
          <a:xfrm>
            <a:off x="7655362" y="5805726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 &amp; unban users</a:t>
            </a:r>
            <a:endParaRPr lang="en-US" sz="1750" dirty="0"/>
          </a:p>
        </p:txBody>
      </p:sp>
      <p:sp>
        <p:nvSpPr>
          <p:cNvPr id="22" name="Text 18"/>
          <p:cNvSpPr/>
          <p:nvPr/>
        </p:nvSpPr>
        <p:spPr>
          <a:xfrm>
            <a:off x="7655362" y="624792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Enforce platform rules</a:t>
            </a:r>
            <a:endParaRPr lang="en-US" sz="17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04E7030-945A-D252-A5CE-DF481BB297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8974" y="6024325"/>
            <a:ext cx="3591426" cy="21632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071" y="769025"/>
            <a:ext cx="5220772" cy="541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Follow &amp; Unfollow System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58071" y="1743551"/>
            <a:ext cx="13114258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follow system allows users to build social connections.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71" y="2333625"/>
            <a:ext cx="6557129" cy="8662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4646" y="3416498"/>
            <a:ext cx="2707481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How Follow Works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74646" y="3884771"/>
            <a:ext cx="61239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user can follow another user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333625"/>
            <a:ext cx="6557129" cy="8662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31775" y="3416498"/>
            <a:ext cx="2707481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Each user maintains: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7531775" y="3884771"/>
            <a:ext cx="61239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Followers list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531775" y="4306967"/>
            <a:ext cx="61239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Following list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71" y="4870013"/>
            <a:ext cx="6557129" cy="8662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4646" y="5952887"/>
            <a:ext cx="5290542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Follow relationships are saved persistently</a:t>
            </a:r>
            <a:endParaRPr lang="en-US" sz="2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870013"/>
            <a:ext cx="6557129" cy="86629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31775" y="5952887"/>
            <a:ext cx="2707481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Unfollow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7531775" y="6421160"/>
            <a:ext cx="61239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can unfollow at any time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7531775" y="6897529"/>
            <a:ext cx="61239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followers and following lists are updated accordingly</a:t>
            </a:r>
            <a:endParaRPr lang="en-US" sz="1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C529539-4F4C-6CAF-7A95-9244F9DE88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1733" y="5974729"/>
            <a:ext cx="3591426" cy="22577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1263" y="456724"/>
            <a:ext cx="6246852" cy="41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Public and Private Account Functionality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63" y="1204079"/>
            <a:ext cx="13467874" cy="58963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02304" y="4006813"/>
            <a:ext cx="1579561" cy="73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Public Account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091722" y="4006813"/>
            <a:ext cx="1579561" cy="73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Private Account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846368" y="5816659"/>
            <a:ext cx="2871929" cy="58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approved followers can view and interact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6173" y="5929864"/>
            <a:ext cx="361643" cy="3616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94150" y="2311599"/>
            <a:ext cx="2937201" cy="58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Follow requests require approval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74537" y="2396044"/>
            <a:ext cx="366130" cy="3661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1807" y="5937411"/>
            <a:ext cx="2858875" cy="29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Posts visible to all users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28842" y="5955360"/>
            <a:ext cx="361643" cy="36164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16536" y="2311599"/>
            <a:ext cx="2937201" cy="58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Anyone can follow instantly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84172" y="2398288"/>
            <a:ext cx="361643" cy="36164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81263" y="7349490"/>
            <a:ext cx="2076093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581263" y="7858125"/>
            <a:ext cx="1346787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Improves user privacy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581263" y="8181975"/>
            <a:ext cx="1346787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Mimics real-world social media behavior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581263" y="8505825"/>
            <a:ext cx="1346787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Adds realistic access control logic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0A8D7E6-9135-6DAB-95AA-BF5A993C82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38974" y="5950191"/>
            <a:ext cx="3591426" cy="2257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1860" y="465058"/>
            <a:ext cx="3966448" cy="422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Post Management System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91860" y="1225987"/>
            <a:ext cx="1344668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Posts are the core interaction feature, forming the basis of user engagement.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1860" y="1750100"/>
            <a:ext cx="2113955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Post Structure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91860" y="2268022"/>
            <a:ext cx="1344668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posts inherit from an abstract Post class, ensuring consistency across different types.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1860" y="2792135"/>
            <a:ext cx="2113955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Common Attributes: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91860" y="3310057"/>
            <a:ext cx="1344668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 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1860" y="3639741"/>
            <a:ext cx="1344668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Author details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1860" y="3969425"/>
            <a:ext cx="1344668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Timestamp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1860" y="4299109"/>
            <a:ext cx="1344668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Likes list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1860" y="4628793"/>
            <a:ext cx="1344668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Comments list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1860" y="5089446"/>
            <a:ext cx="6638806" cy="1304092"/>
          </a:xfrm>
          <a:prstGeom prst="roundRect">
            <a:avLst>
              <a:gd name="adj" fmla="val 1945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0928" y="5258514"/>
            <a:ext cx="2113955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TextPost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60928" y="5624274"/>
            <a:ext cx="6300668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Contains textual content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0928" y="5953958"/>
            <a:ext cx="6300668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Ideal for status updates and brief messages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99734" y="5089446"/>
            <a:ext cx="6638806" cy="1304092"/>
          </a:xfrm>
          <a:prstGeom prst="roundRect">
            <a:avLst>
              <a:gd name="adj" fmla="val 1945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68803" y="5258514"/>
            <a:ext cx="2113955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ImagePost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568803" y="5624274"/>
            <a:ext cx="6300668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Contains an image and optional caption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68803" y="5953958"/>
            <a:ext cx="6300668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Showcases multimedia support and visual storytelling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1860" y="6647140"/>
            <a:ext cx="2113955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Post Visibility Rules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91860" y="7165062"/>
            <a:ext cx="1344668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 Account: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Posts are visible to everyone.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1860" y="7494746"/>
            <a:ext cx="1344668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Private Account: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Posts are visible only to approved followers.</a:t>
            </a:r>
            <a:endParaRPr lang="en-US" sz="13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4072E89-DCC4-4FBB-DFB2-7732E97CD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503" y="5960590"/>
            <a:ext cx="3591426" cy="2257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90236"/>
            <a:ext cx="13042821" cy="125622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458289"/>
            <a:ext cx="13042821" cy="12562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026343"/>
            <a:ext cx="13042821" cy="12562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1A1BB2-1950-AF6B-F3E4-B347F3F978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8974" y="5971860"/>
            <a:ext cx="3591426" cy="22577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312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Likes System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143726"/>
            <a:ext cx="6407944" cy="1367909"/>
          </a:xfrm>
          <a:prstGeom prst="roundRect">
            <a:avLst>
              <a:gd name="adj" fmla="val 2487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51084" y="34010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 Interaction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891439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can like or unlike posts.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3143726"/>
            <a:ext cx="6408063" cy="1367909"/>
          </a:xfrm>
          <a:prstGeom prst="roundRect">
            <a:avLst>
              <a:gd name="adj" fmla="val 2487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5842" y="34010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Uniqueness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5842" y="3891439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user can like a post only once.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738449"/>
            <a:ext cx="6407944" cy="1367909"/>
          </a:xfrm>
          <a:prstGeom prst="roundRect">
            <a:avLst>
              <a:gd name="adj" fmla="val 2487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084" y="49957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Tracking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084" y="5486162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Likes are tracked using user IDs.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738449"/>
            <a:ext cx="6408063" cy="1367909"/>
          </a:xfrm>
          <a:prstGeom prst="roundRect">
            <a:avLst>
              <a:gd name="adj" fmla="val 2487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85842" y="49957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Real-time Updates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5486162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Like count updates dynamically.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FC3E90A-5C56-E466-9153-6484888C6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974" y="5959406"/>
            <a:ext cx="3591426" cy="22577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3006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Comment System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45066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Comments enable discussions under posts, enriching user engagement.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068723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084" y="43260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Unique Identification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4816435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comment has a unique ID.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4068723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74256" y="43260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Post Association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74256" y="4816435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Comments are linked to a specific post.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4068723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97427" y="43260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Integrity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97427" y="4816435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Comments are stored securely and persistently.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1EE4FC-79A7-5FB8-6AC2-25D10E9F7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974" y="5971860"/>
            <a:ext cx="3591426" cy="22577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73EF28-5F4F-46C0-E160-06F041FA1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820" y="5935623"/>
            <a:ext cx="3591426" cy="22577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90418"/>
            <a:ext cx="587621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Comment Reporting System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4110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prevent misuse and maintain a positive community environment, users can report inappropriate comments.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029075"/>
            <a:ext cx="6407944" cy="1810107"/>
          </a:xfrm>
          <a:prstGeom prst="roundRect">
            <a:avLst>
              <a:gd name="adj" fmla="val 1880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084" y="42863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Report Details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4776788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Comment ID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51084" y="521898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Reporter ID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4029075"/>
            <a:ext cx="6408063" cy="1810107"/>
          </a:xfrm>
          <a:prstGeom prst="roundRect">
            <a:avLst>
              <a:gd name="adj" fmla="val 1880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85842" y="42863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Admin Action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85842" y="4776788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reviews reported comments and takes appropriate action.</a:t>
            </a: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211B2B-89FF-B34F-6320-0B0F6ED15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0149" y="5971860"/>
            <a:ext cx="3591426" cy="22577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855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Verification System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75915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Verification builds trust.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62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15671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4511754"/>
            <a:ext cx="4196358" cy="3048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3790" y="4686062"/>
            <a:ext cx="33260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 requests verification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6962" y="415671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4511754"/>
            <a:ext cx="4196358" cy="3048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6962" y="46860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Request is saved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40133" y="415671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4511754"/>
            <a:ext cx="4196358" cy="3048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40133" y="4686062"/>
            <a:ext cx="29845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Admin reviews request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43722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792272"/>
            <a:ext cx="6407944" cy="3048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3790" y="5966579"/>
            <a:ext cx="34174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Admin approves or rejects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28548" y="543722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5792272"/>
            <a:ext cx="6407944" cy="3048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28548" y="5966579"/>
            <a:ext cx="33710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Verified badge is assigned</a:t>
            </a:r>
            <a:endParaRPr lang="en-US" sz="2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EA8D99A-AE24-8B1D-AA0E-50AF95475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974" y="5909790"/>
            <a:ext cx="3591426" cy="22577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794" y="351830"/>
            <a:ext cx="3295888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Persistence &amp; Security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47794" y="991433"/>
            <a:ext cx="2086570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Role of DataPersistence.java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47794" y="1319093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Saves and loads all system data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7794" y="1568648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Encrypts files using AES-128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7794" y="1818203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Automatically migrates old data formats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7794" y="2067758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Protects sensitive user information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7794" y="2400419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Stored Data Includes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7794" y="2728079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7794" y="2977634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7794" y="3227189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Followers &amp; following 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7794" y="3476744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Privacy settings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7794" y="3726299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7794" y="3975854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Verification requests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7794" y="4225409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 status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7794" y="4474964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 counters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78911" y="991433"/>
            <a:ext cx="2558772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System Workflow Application Start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78911" y="1319093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Encrypted data is loaded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78911" y="1568648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states, followers, and privacy settings restored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78911" y="1901309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During Usage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78911" y="2228969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changes update in-memory data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78911" y="2478524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Periodic secure saving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78911" y="2811185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Application Close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78911" y="3138845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encrypted save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7794" y="4916448"/>
            <a:ext cx="2559010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Scope of the Project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47794" y="5556052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Current Scope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7794" y="5883712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authentication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7794" y="6133267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Role-based access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7794" y="6382822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Follow/unfollow system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7794" y="6632377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 &amp; private accounts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7794" y="6881932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 creation and interaction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7794" y="7131487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Verification system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7794" y="7381042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moderation (ban/unban)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7794" y="7630597"/>
            <a:ext cx="671131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Encrypted persistence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78911" y="5556052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478911" y="5806916"/>
            <a:ext cx="159936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12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878D43E-B232-F17E-1EBC-0052023B0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974" y="5855456"/>
            <a:ext cx="3591426" cy="22577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24159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426219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Social Connect is a realistic and secure social networking application. It incorporates modern social media features such as privacy control, following system, and admin moderation, making it both educational and practically valuable.</a:t>
            </a:r>
            <a:endParaRPr lang="en-US" sz="17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88D70-4A62-93B2-6C64-C47E41C21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974" y="5971860"/>
            <a:ext cx="3591426" cy="22577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588</Words>
  <Application>Microsoft Office PowerPoint</Application>
  <PresentationFormat>Custom</PresentationFormat>
  <Paragraphs>144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Playfair Display Light</vt:lpstr>
      <vt:lpstr>Arial</vt:lpstr>
      <vt:lpstr>Playfair Display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Areeba Mashwani</dc:creator>
  <cp:lastModifiedBy>Areeba Mashwani</cp:lastModifiedBy>
  <cp:revision>8</cp:revision>
  <dcterms:created xsi:type="dcterms:W3CDTF">2025-12-17T10:01:12Z</dcterms:created>
  <dcterms:modified xsi:type="dcterms:W3CDTF">2025-12-17T14:05:00Z</dcterms:modified>
</cp:coreProperties>
</file>